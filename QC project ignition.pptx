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A67B-FF9B-EDEB-4DA4-60F9F193E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A84CB-7FB9-8FB2-5959-B5B4DC970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18294-C786-492B-1383-B3D860F2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7E8A-5622-6861-88D0-FC2A6670B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01CBD-1C55-79B7-56D2-D980BF63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7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F3E7-BEC9-326D-3A3B-60BF583A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58A5-0C1D-9A05-41A7-E19AB8B3D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77E9-615B-CE2E-CBD9-1E96EDCC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97BD-12D9-EBC2-B839-5444C94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03285-B87F-2FC1-2EB4-50CFE650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76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6A997-2996-9D17-90F7-8F4E7338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8E1A0-60E6-190A-32FE-FEA75B6A4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93583-D247-42EE-64FB-01E19414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67F72-5D34-1FA5-25F2-6428007B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DEB7E-2F2C-48FD-80BF-8E6466E0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17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A700-AF12-1DF1-3C1E-30247E98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E390-7B6C-1B9B-FB12-A61899DA1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1BE39-3E71-0002-13D9-BDDFBFBA4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B22FA-EA59-7296-D61B-834B1EEA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8564C-39F6-8F54-3641-47EEE0CE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6650F-29C0-7C76-B042-AB842DD2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5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E090-C7F7-484C-9A37-1BE04D9B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10224-D22F-E62B-1711-EAD3988BC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A07CC-FC05-45FD-ADA3-73749161E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6ADCC-43FB-666D-C73F-A391B1134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0C561-8353-0EB5-883F-7D78784AC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2973E-775E-1944-3219-1A9C236DB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0FE21-D090-3357-1A3F-EEAB6E88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96D64-42E6-C3CA-FBDD-5B0E2B48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06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2AF0-EB31-E526-6D84-ABA72BAE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F034D7-72F9-885D-A48B-002E6543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DF7ECF-8073-8E63-FED3-1F8DF4CD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8562C-5E27-296D-3AE5-6439DAF6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66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48243-9C45-4077-ED3F-F6CF0256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CAE3B-489B-ACA0-E3F4-012F97B2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A1260-2AA1-84B7-0D78-5E72C3EA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801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70AA-E9E5-C97C-9403-02CFB2717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381C1-1E97-79B9-57E6-EF9CB254A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47961-5E8F-A167-22EE-6A6902458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8A200-762C-EDB7-23AC-60DB24DA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C0163-A8DB-F7DD-DAC4-A97209B1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9CAF8-27A3-DB71-4CD6-01EE8289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465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8A7E-9412-CB1E-A35A-7B268A4A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5C296-82BB-226E-5A81-35D910D89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03A7F-BAEF-F404-B471-FAF2637C7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4C87B-6983-3D6B-A6F6-B43C9983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63361-FE35-1544-4ECB-BBB6F0AA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743CB-0F48-147C-7887-C592A899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3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DCB7-C1B6-EEAC-6598-C89AFF00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64B34-0A4D-ACE5-DAE3-DFD32E420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D418-D06C-9A65-F18E-51B1A0BA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02EB-B18C-985D-8FEC-AF09F649E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98DAD-902F-50D6-A8B6-F9C43C22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236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37AE4-34D9-CD98-8E53-F5FFD653E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2A01C-69EE-D79F-3BD2-DADECB4C9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F44CA-014D-E56F-9B2D-DB40A5CA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BAF6-A799-76F2-AF0D-FD8463B6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3B56B-BAD2-86EB-647A-F964A734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58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32D81-5AF7-C404-2002-82D9B81C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39232-9C31-D177-E897-3C826D8D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9C6A5-BD15-D094-065F-C24B7F18F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8AD9C-9864-4B07-B71B-8E99C95D1343}" type="datetimeFigureOut">
              <a:rPr lang="en-AU" smtClean="0"/>
              <a:t>16/07/2026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6FE0-6860-118D-EC43-46DFE396F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702D-CE2D-4E18-7286-4C107F98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9E9FD-0A90-416D-968A-76C9577B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41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CBA8F9-A01B-806D-1B2E-F753DA78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57"/>
            <a:ext cx="12192000" cy="654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3B8CD-BB2F-26C8-6A8C-53897990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5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FDA595A-2CFB-87C7-73A4-5B430E252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1D75-9BFD-9923-ECE9-AADE464D3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51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A5978-EAA1-5732-4754-F4932FF83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2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Trieu</dc:creator>
  <cp:lastModifiedBy>Nguyen Trieu</cp:lastModifiedBy>
  <cp:revision>1</cp:revision>
  <dcterms:created xsi:type="dcterms:W3CDTF">2026-07-15T22:26:29Z</dcterms:created>
  <dcterms:modified xsi:type="dcterms:W3CDTF">2026-07-15T22:54:50Z</dcterms:modified>
</cp:coreProperties>
</file>